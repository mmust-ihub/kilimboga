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  <p:embeddedFont>
      <p:font typeface="Hind Guntur Light" charset="1" panose="02000000000000000000"/>
      <p:regular r:id="rId22"/>
    </p:embeddedFont>
    <p:embeddedFont>
      <p:font typeface="Hind Guntur Medium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https://repository.seku.ac.ke/handle/123456789/7542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https://kilimboga-8pyu.vercel.app/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0053" y="1028700"/>
            <a:ext cx="7540365" cy="4420539"/>
          </a:xfrm>
          <a:custGeom>
            <a:avLst/>
            <a:gdLst/>
            <a:ahLst/>
            <a:cxnLst/>
            <a:rect r="r" b="b" t="t" l="l"/>
            <a:pathLst>
              <a:path h="4420539" w="7540365">
                <a:moveTo>
                  <a:pt x="0" y="0"/>
                </a:moveTo>
                <a:lnTo>
                  <a:pt x="7540365" y="0"/>
                </a:lnTo>
                <a:lnTo>
                  <a:pt x="7540365" y="4420539"/>
                </a:lnTo>
                <a:lnTo>
                  <a:pt x="0" y="4420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739954"/>
            <a:ext cx="16230600" cy="262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28"/>
              </a:lnSpc>
              <a:spcBef>
                <a:spcPct val="0"/>
              </a:spcBef>
            </a:pPr>
            <a:r>
              <a:rPr lang="en-US" b="true" sz="20386" spc="-1406">
                <a:solidFill>
                  <a:srgbClr val="63B32E"/>
                </a:solidFill>
                <a:latin typeface="Poppins Bold"/>
                <a:ea typeface="Poppins Bold"/>
                <a:cs typeface="Poppins Bold"/>
                <a:sym typeface="Poppins Bold"/>
              </a:rPr>
              <a:t>KiliMboga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90020" y="8578997"/>
            <a:ext cx="1130796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perfect solution to all farmers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3457577" cy="10287002"/>
          </a:xfrm>
          <a:custGeom>
            <a:avLst/>
            <a:gdLst/>
            <a:ahLst/>
            <a:cxnLst/>
            <a:rect r="r" b="b" t="t" l="l"/>
            <a:pathLst>
              <a:path h="10287002" w="3457577">
                <a:moveTo>
                  <a:pt x="0" y="0"/>
                </a:moveTo>
                <a:lnTo>
                  <a:pt x="3457577" y="0"/>
                </a:lnTo>
                <a:lnTo>
                  <a:pt x="3457577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814636" y="709708"/>
            <a:ext cx="13187362" cy="922496"/>
            <a:chOff x="0" y="0"/>
            <a:chExt cx="17583150" cy="1229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83150" cy="1229994"/>
            </a:xfrm>
            <a:custGeom>
              <a:avLst/>
              <a:gdLst/>
              <a:ahLst/>
              <a:cxnLst/>
              <a:rect r="r" b="b" t="t" l="l"/>
              <a:pathLst>
                <a:path h="1229994" w="17583150">
                  <a:moveTo>
                    <a:pt x="0" y="0"/>
                  </a:moveTo>
                  <a:lnTo>
                    <a:pt x="17583150" y="0"/>
                  </a:lnTo>
                  <a:lnTo>
                    <a:pt x="17583150" y="1229994"/>
                  </a:lnTo>
                  <a:lnTo>
                    <a:pt x="0" y="12299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7583150" cy="1182369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6998"/>
                </a:lnSpc>
              </a:pPr>
              <a:r>
                <a:rPr lang="en-US" sz="648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DID YOU KNOW?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841102"/>
            <a:ext cx="16230600" cy="3020626"/>
            <a:chOff x="0" y="0"/>
            <a:chExt cx="21640800" cy="40275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640800" cy="4027501"/>
            </a:xfrm>
            <a:custGeom>
              <a:avLst/>
              <a:gdLst/>
              <a:ahLst/>
              <a:cxnLst/>
              <a:rect r="r" b="b" t="t" l="l"/>
              <a:pathLst>
                <a:path h="4027501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4027501"/>
                  </a:lnTo>
                  <a:lnTo>
                    <a:pt x="0" y="40275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640800" cy="40560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19"/>
                </a:lnSpc>
              </a:pPr>
              <a:r>
                <a:rPr lang="en-US" sz="4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study conducted in Kisii revealed that 48.6% of greenh</a:t>
              </a:r>
              <a:r>
                <a:rPr lang="en-US" sz="45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ouses were non-functional due to pests and diseases, inadequate water supply, lack of market access for produce, and challenges related to group dynamics.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191684" y="7685392"/>
            <a:ext cx="3942457" cy="160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8"/>
              </a:lnSpc>
            </a:pPr>
            <a:r>
              <a:rPr lang="en-US" sz="9327" u="sng">
                <a:solidFill>
                  <a:srgbClr val="000000"/>
                </a:solidFill>
                <a:latin typeface="Hind Guntur Light"/>
                <a:ea typeface="Hind Guntur Light"/>
                <a:cs typeface="Hind Guntur Light"/>
                <a:sym typeface="Hind Guntur Light"/>
                <a:hlinkClick r:id="rId7" tooltip="https://repository.seku.ac.ke/handle/123456789/7542"/>
              </a:rPr>
              <a:t>Sources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19" y="589846"/>
            <a:ext cx="14858997" cy="1038928"/>
            <a:chOff x="0" y="0"/>
            <a:chExt cx="19811996" cy="13852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385238"/>
            </a:xfrm>
            <a:custGeom>
              <a:avLst/>
              <a:gdLst/>
              <a:ahLst/>
              <a:cxnLst/>
              <a:rect r="r" b="b" t="t" l="l"/>
              <a:pathLst>
                <a:path h="1385238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385238"/>
                  </a:lnTo>
                  <a:lnTo>
                    <a:pt x="0" y="13852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3566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PROBLEM STATEMENT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12118" y="1628775"/>
            <a:ext cx="8074819" cy="7325191"/>
            <a:chOff x="0" y="0"/>
            <a:chExt cx="10766426" cy="97669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6426" cy="9766922"/>
            </a:xfrm>
            <a:custGeom>
              <a:avLst/>
              <a:gdLst/>
              <a:ahLst/>
              <a:cxnLst/>
              <a:rect r="r" b="b" t="t" l="l"/>
              <a:pathLst>
                <a:path h="9766922" w="10766426">
                  <a:moveTo>
                    <a:pt x="0" y="0"/>
                  </a:moveTo>
                  <a:lnTo>
                    <a:pt x="10766426" y="0"/>
                  </a:lnTo>
                  <a:lnTo>
                    <a:pt x="10766426" y="9766922"/>
                  </a:lnTo>
                  <a:lnTo>
                    <a:pt x="0" y="97669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0766426" cy="98716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23900" indent="-361950" lvl="1">
                <a:lnSpc>
                  <a:spcPts val="575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Resource management problems including water and fertilizers</a:t>
              </a:r>
            </a:p>
            <a:p>
              <a:pPr algn="l" marL="723900" indent="-361950" lvl="1">
                <a:lnSpc>
                  <a:spcPts val="575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Difficulty in maintaining optimal conditions for the greenhouse.</a:t>
              </a:r>
            </a:p>
            <a:p>
              <a:pPr algn="l" marL="723900" indent="-361950" lvl="1">
                <a:lnSpc>
                  <a:spcPts val="575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Early detection of crop pest and diseases leading to low yields.</a:t>
              </a:r>
            </a:p>
            <a:p>
              <a:pPr algn="l" marL="723900" indent="-361950" lvl="1">
                <a:lnSpc>
                  <a:spcPts val="5759"/>
                </a:lnSpc>
                <a:buFont typeface="Arial"/>
                <a:buChar char="•"/>
              </a:pPr>
              <a:r>
                <a:rPr lang="en-US" sz="3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Limited technical support since all activities are manual.</a:t>
              </a:r>
            </a:p>
            <a:p>
              <a:pPr algn="l" marL="723900" indent="-361950" lvl="1">
                <a:lnSpc>
                  <a:spcPts val="57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015538" y="1"/>
            <a:ext cx="8272462" cy="10129836"/>
          </a:xfrm>
          <a:custGeom>
            <a:avLst/>
            <a:gdLst/>
            <a:ahLst/>
            <a:cxnLst/>
            <a:rect r="r" b="b" t="t" l="l"/>
            <a:pathLst>
              <a:path h="10129836" w="8272462">
                <a:moveTo>
                  <a:pt x="0" y="0"/>
                </a:moveTo>
                <a:lnTo>
                  <a:pt x="8272462" y="0"/>
                </a:lnTo>
                <a:lnTo>
                  <a:pt x="8272462" y="10129837"/>
                </a:lnTo>
                <a:lnTo>
                  <a:pt x="0" y="10129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73" r="0" b="-4273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19" y="927777"/>
            <a:ext cx="14858997" cy="915311"/>
            <a:chOff x="0" y="0"/>
            <a:chExt cx="19811996" cy="12204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220414"/>
            </a:xfrm>
            <a:custGeom>
              <a:avLst/>
              <a:gdLst/>
              <a:ahLst/>
              <a:cxnLst/>
              <a:rect r="r" b="b" t="t" l="l"/>
              <a:pathLst>
                <a:path h="1220414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220414"/>
                  </a:lnTo>
                  <a:lnTo>
                    <a:pt x="0" y="1220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191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Objectives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843088"/>
            <a:ext cx="9682164" cy="7415212"/>
            <a:chOff x="0" y="0"/>
            <a:chExt cx="12909552" cy="9886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09552" cy="9886950"/>
            </a:xfrm>
            <a:custGeom>
              <a:avLst/>
              <a:gdLst/>
              <a:ahLst/>
              <a:cxnLst/>
              <a:rect r="r" b="b" t="t" l="l"/>
              <a:pathLst>
                <a:path h="9886950" w="12909552">
                  <a:moveTo>
                    <a:pt x="0" y="0"/>
                  </a:moveTo>
                  <a:lnTo>
                    <a:pt x="12909552" y="0"/>
                  </a:lnTo>
                  <a:lnTo>
                    <a:pt x="12909552" y="9886950"/>
                  </a:lnTo>
                  <a:lnTo>
                    <a:pt x="0" y="98869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2909552" cy="99917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87703" indent="-343851" lvl="1">
                <a:lnSpc>
                  <a:spcPts val="5471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Automate greenhouse monitoring and control processes, reduce operational costs.</a:t>
              </a:r>
            </a:p>
            <a:p>
              <a:pPr algn="l" marL="687703" indent="-343851" lvl="1">
                <a:lnSpc>
                  <a:spcPts val="5471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Enable Real Time Crop Health Monitoring using trained models.</a:t>
              </a:r>
            </a:p>
            <a:p>
              <a:pPr algn="l" marL="687703" indent="-343851" lvl="1">
                <a:lnSpc>
                  <a:spcPts val="5471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Link farmers and experts through digital connectivity for knowledge sharing.</a:t>
              </a:r>
            </a:p>
            <a:p>
              <a:pPr algn="l" marL="687703" indent="-343851" lvl="1">
                <a:lnSpc>
                  <a:spcPts val="5471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Provide real time data and alerts.</a:t>
              </a:r>
            </a:p>
            <a:p>
              <a:pPr algn="l" marL="687703" indent="-343851" lvl="1">
                <a:lnSpc>
                  <a:spcPts val="5471"/>
                </a:lnSpc>
                <a:buFont typeface="Arial"/>
                <a:buChar char="•"/>
              </a:pPr>
              <a:r>
                <a:rPr lang="en-US" sz="37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Improve market access by linking farmers to vendors.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710864" y="95248"/>
            <a:ext cx="7179466" cy="10143366"/>
          </a:xfrm>
          <a:custGeom>
            <a:avLst/>
            <a:gdLst/>
            <a:ahLst/>
            <a:cxnLst/>
            <a:rect r="r" b="b" t="t" l="l"/>
            <a:pathLst>
              <a:path h="10143366" w="7179466">
                <a:moveTo>
                  <a:pt x="0" y="0"/>
                </a:moveTo>
                <a:lnTo>
                  <a:pt x="7179466" y="0"/>
                </a:lnTo>
                <a:lnTo>
                  <a:pt x="7179466" y="10143366"/>
                </a:lnTo>
                <a:lnTo>
                  <a:pt x="0" y="10143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345" t="0" r="-63345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19" y="842052"/>
            <a:ext cx="14858997" cy="743861"/>
            <a:chOff x="0" y="0"/>
            <a:chExt cx="19811996" cy="991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991814"/>
            </a:xfrm>
            <a:custGeom>
              <a:avLst/>
              <a:gdLst/>
              <a:ahLst/>
              <a:cxnLst/>
              <a:rect r="r" b="b" t="t" l="l"/>
              <a:pathLst>
                <a:path h="991814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991814"/>
                  </a:lnTo>
                  <a:lnTo>
                    <a:pt x="0" y="991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963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SOLUTION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12120" y="1585913"/>
            <a:ext cx="7489032" cy="8542236"/>
            <a:chOff x="0" y="0"/>
            <a:chExt cx="9985376" cy="113896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85376" cy="11389649"/>
            </a:xfrm>
            <a:custGeom>
              <a:avLst/>
              <a:gdLst/>
              <a:ahLst/>
              <a:cxnLst/>
              <a:rect r="r" b="b" t="t" l="l"/>
              <a:pathLst>
                <a:path h="11389649" w="9985376">
                  <a:moveTo>
                    <a:pt x="0" y="0"/>
                  </a:moveTo>
                  <a:lnTo>
                    <a:pt x="9985376" y="0"/>
                  </a:lnTo>
                  <a:lnTo>
                    <a:pt x="9985376" y="11389649"/>
                  </a:lnTo>
                  <a:lnTo>
                    <a:pt x="0" y="113896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9985376" cy="1150394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615"/>
                </a:lnSpc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 IoT System that detects when the greenhouse conditions surpasses the threshold and automatically switches on the actuators.</a:t>
              </a:r>
            </a:p>
            <a:p>
              <a:pPr algn="l">
                <a:lnSpc>
                  <a:spcPts val="5615"/>
                </a:lnSpc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 app that helps the farmer to remotely track the state of the greenhouse, upload photos of the diseases and pests, and get quality products directly from producers .</a:t>
              </a:r>
            </a:p>
            <a:p>
              <a:pPr algn="l">
                <a:lnSpc>
                  <a:spcPts val="561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115548" y="0"/>
            <a:ext cx="8172452" cy="10287000"/>
          </a:xfrm>
          <a:custGeom>
            <a:avLst/>
            <a:gdLst/>
            <a:ahLst/>
            <a:cxnLst/>
            <a:rect r="r" b="b" t="t" l="l"/>
            <a:pathLst>
              <a:path h="10287000" w="8172452">
                <a:moveTo>
                  <a:pt x="0" y="0"/>
                </a:moveTo>
                <a:lnTo>
                  <a:pt x="8172452" y="0"/>
                </a:lnTo>
                <a:lnTo>
                  <a:pt x="81724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34431" b="-24161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19" y="927777"/>
            <a:ext cx="14858997" cy="704427"/>
            <a:chOff x="0" y="0"/>
            <a:chExt cx="19811996" cy="9392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939236"/>
            </a:xfrm>
            <a:custGeom>
              <a:avLst/>
              <a:gdLst/>
              <a:ahLst/>
              <a:cxnLst/>
              <a:rect r="r" b="b" t="t" l="l"/>
              <a:pathLst>
                <a:path h="939236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939236"/>
                  </a:lnTo>
                  <a:lnTo>
                    <a:pt x="0" y="9392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9106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Key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12120" y="2002629"/>
            <a:ext cx="8217693" cy="7813459"/>
            <a:chOff x="0" y="0"/>
            <a:chExt cx="10956924" cy="104179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6924" cy="10417945"/>
            </a:xfrm>
            <a:custGeom>
              <a:avLst/>
              <a:gdLst/>
              <a:ahLst/>
              <a:cxnLst/>
              <a:rect r="r" b="b" t="t" l="l"/>
              <a:pathLst>
                <a:path h="10417945" w="10956924">
                  <a:moveTo>
                    <a:pt x="0" y="0"/>
                  </a:moveTo>
                  <a:lnTo>
                    <a:pt x="10956924" y="0"/>
                  </a:lnTo>
                  <a:lnTo>
                    <a:pt x="10956924" y="10417945"/>
                  </a:lnTo>
                  <a:lnTo>
                    <a:pt x="0" y="10417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956924" cy="104750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705801" indent="-352901" lvl="1">
                <a:lnSpc>
                  <a:spcPts val="5054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Crop sustainability: Keep real time data about soil nutrients and pH</a:t>
              </a:r>
            </a:p>
            <a:p>
              <a:pPr algn="l" marL="705801" indent="-352901" lvl="1">
                <a:lnSpc>
                  <a:spcPts val="5054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Disease/pest upload: Real-time diagnosis and treatment suggestions.</a:t>
              </a:r>
            </a:p>
            <a:p>
              <a:pPr algn="l" marL="705801" indent="-352901" lvl="1">
                <a:lnSpc>
                  <a:spcPts val="5054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Event management: Track and schedule crop events and growth</a:t>
              </a:r>
            </a:p>
            <a:p>
              <a:pPr algn="l" marL="705801" indent="-352901" lvl="1">
                <a:lnSpc>
                  <a:spcPts val="5054"/>
                </a:lnSpc>
                <a:buFont typeface="Arial"/>
                <a:buChar char="•"/>
              </a:pPr>
              <a:r>
                <a:rPr lang="en-US" sz="38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Farm product supply: Connect farmer to the vendors to obtain quality seeds and fertilizers</a:t>
              </a:r>
            </a:p>
            <a:p>
              <a:pPr algn="l" marL="705801" indent="-352901" lvl="1">
                <a:lnSpc>
                  <a:spcPts val="505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29812" y="0"/>
            <a:ext cx="8358188" cy="10287000"/>
            <a:chOff x="0" y="0"/>
            <a:chExt cx="1114425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4425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144250">
                  <a:moveTo>
                    <a:pt x="0" y="0"/>
                  </a:moveTo>
                  <a:lnTo>
                    <a:pt x="11144250" y="0"/>
                  </a:lnTo>
                  <a:lnTo>
                    <a:pt x="1114425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5"/>
              <a:stretch>
                <a:fillRect l="-42475" t="0" r="-42475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20" y="927777"/>
            <a:ext cx="14858997" cy="984147"/>
            <a:chOff x="0" y="0"/>
            <a:chExt cx="19811996" cy="1312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312195"/>
            </a:xfrm>
            <a:custGeom>
              <a:avLst/>
              <a:gdLst/>
              <a:ahLst/>
              <a:cxnLst/>
              <a:rect r="r" b="b" t="t" l="l"/>
              <a:pathLst>
                <a:path h="1312195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312195"/>
                  </a:lnTo>
                  <a:lnTo>
                    <a:pt x="0" y="13121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28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</a:t>
              </a: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olution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90682" y="1816513"/>
            <a:ext cx="7577712" cy="8053006"/>
            <a:chOff x="0" y="0"/>
            <a:chExt cx="10103616" cy="107373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03612" cy="10737342"/>
            </a:xfrm>
            <a:custGeom>
              <a:avLst/>
              <a:gdLst/>
              <a:ahLst/>
              <a:cxnLst/>
              <a:rect r="r" b="b" t="t" l="l"/>
              <a:pathLst>
                <a:path h="10737342" w="10103612">
                  <a:moveTo>
                    <a:pt x="28575" y="0"/>
                  </a:moveTo>
                  <a:lnTo>
                    <a:pt x="10075037" y="0"/>
                  </a:lnTo>
                  <a:cubicBezTo>
                    <a:pt x="10090785" y="0"/>
                    <a:pt x="10103612" y="12827"/>
                    <a:pt x="10103612" y="28575"/>
                  </a:cubicBezTo>
                  <a:lnTo>
                    <a:pt x="10103612" y="10708767"/>
                  </a:lnTo>
                  <a:cubicBezTo>
                    <a:pt x="10103612" y="10724515"/>
                    <a:pt x="10090785" y="10737342"/>
                    <a:pt x="10075037" y="10737342"/>
                  </a:cubicBezTo>
                  <a:lnTo>
                    <a:pt x="28575" y="10737342"/>
                  </a:lnTo>
                  <a:cubicBezTo>
                    <a:pt x="12827" y="10737342"/>
                    <a:pt x="0" y="10724515"/>
                    <a:pt x="0" y="10708767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10708767"/>
                  </a:lnTo>
                  <a:lnTo>
                    <a:pt x="28575" y="10708767"/>
                  </a:lnTo>
                  <a:lnTo>
                    <a:pt x="28575" y="10680192"/>
                  </a:lnTo>
                  <a:lnTo>
                    <a:pt x="10075037" y="10680192"/>
                  </a:lnTo>
                  <a:lnTo>
                    <a:pt x="10075037" y="10708767"/>
                  </a:lnTo>
                  <a:lnTo>
                    <a:pt x="10046462" y="10708767"/>
                  </a:lnTo>
                  <a:lnTo>
                    <a:pt x="10046462" y="28575"/>
                  </a:lnTo>
                  <a:lnTo>
                    <a:pt x="10075037" y="28575"/>
                  </a:lnTo>
                  <a:lnTo>
                    <a:pt x="10075037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0103616" cy="10823067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542925" indent="-271462" lvl="1">
                <a:lnSpc>
                  <a:spcPts val="4320"/>
                </a:lnSpc>
                <a:buFont typeface="Arial"/>
                <a:buChar char="•"/>
              </a:pPr>
              <a:r>
                <a:rPr lang="en-US" sz="30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Farmer and expert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426898" y="1816513"/>
            <a:ext cx="7355679" cy="5943029"/>
            <a:chOff x="0" y="0"/>
            <a:chExt cx="9807572" cy="7924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07575" cy="7924038"/>
            </a:xfrm>
            <a:custGeom>
              <a:avLst/>
              <a:gdLst/>
              <a:ahLst/>
              <a:cxnLst/>
              <a:rect r="r" b="b" t="t" l="l"/>
              <a:pathLst>
                <a:path h="7924038" w="9807575">
                  <a:moveTo>
                    <a:pt x="28575" y="0"/>
                  </a:moveTo>
                  <a:lnTo>
                    <a:pt x="9779000" y="0"/>
                  </a:lnTo>
                  <a:cubicBezTo>
                    <a:pt x="9794748" y="0"/>
                    <a:pt x="9807575" y="12827"/>
                    <a:pt x="9807575" y="28575"/>
                  </a:cubicBezTo>
                  <a:lnTo>
                    <a:pt x="9807575" y="7895463"/>
                  </a:lnTo>
                  <a:cubicBezTo>
                    <a:pt x="9807575" y="7911211"/>
                    <a:pt x="9794748" y="7924038"/>
                    <a:pt x="9779000" y="7924038"/>
                  </a:cubicBezTo>
                  <a:lnTo>
                    <a:pt x="28575" y="7924038"/>
                  </a:lnTo>
                  <a:cubicBezTo>
                    <a:pt x="12827" y="7924038"/>
                    <a:pt x="0" y="7911211"/>
                    <a:pt x="0" y="7895463"/>
                  </a:cubicBezTo>
                  <a:lnTo>
                    <a:pt x="0" y="28575"/>
                  </a:lnTo>
                  <a:cubicBezTo>
                    <a:pt x="0" y="12827"/>
                    <a:pt x="12827" y="0"/>
                    <a:pt x="28575" y="0"/>
                  </a:cubicBezTo>
                  <a:moveTo>
                    <a:pt x="28575" y="57150"/>
                  </a:moveTo>
                  <a:lnTo>
                    <a:pt x="28575" y="28575"/>
                  </a:lnTo>
                  <a:lnTo>
                    <a:pt x="57150" y="28575"/>
                  </a:lnTo>
                  <a:lnTo>
                    <a:pt x="57150" y="7895463"/>
                  </a:lnTo>
                  <a:lnTo>
                    <a:pt x="28575" y="7895463"/>
                  </a:lnTo>
                  <a:lnTo>
                    <a:pt x="28575" y="7866888"/>
                  </a:lnTo>
                  <a:lnTo>
                    <a:pt x="9779000" y="7866888"/>
                  </a:lnTo>
                  <a:lnTo>
                    <a:pt x="9779000" y="7895463"/>
                  </a:lnTo>
                  <a:lnTo>
                    <a:pt x="9750425" y="7895463"/>
                  </a:lnTo>
                  <a:lnTo>
                    <a:pt x="9750425" y="28575"/>
                  </a:lnTo>
                  <a:lnTo>
                    <a:pt x="9779000" y="28575"/>
                  </a:lnTo>
                  <a:lnTo>
                    <a:pt x="9779000" y="57150"/>
                  </a:lnTo>
                  <a:lnTo>
                    <a:pt x="28575" y="5715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9807572" cy="802881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 marL="651510" indent="-325755" lvl="1">
                <a:lnSpc>
                  <a:spcPts val="5184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Vendor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100358" y="2662714"/>
            <a:ext cx="1697164" cy="1244537"/>
            <a:chOff x="0" y="0"/>
            <a:chExt cx="2262886" cy="16593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62886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Registration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689205" y="2658142"/>
            <a:ext cx="1697164" cy="1244537"/>
            <a:chOff x="0" y="0"/>
            <a:chExt cx="2262886" cy="16593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Log-in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64525" y="7144417"/>
            <a:ext cx="1697165" cy="1244536"/>
            <a:chOff x="0" y="0"/>
            <a:chExt cx="2262886" cy="16593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Profile/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Log out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01824" y="7172992"/>
            <a:ext cx="1697164" cy="1244536"/>
            <a:chOff x="0" y="0"/>
            <a:chExt cx="2262886" cy="16593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262886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Become an expert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949482" y="7115842"/>
            <a:ext cx="1697165" cy="1244536"/>
            <a:chOff x="0" y="0"/>
            <a:chExt cx="2262886" cy="16593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2262886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Shop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267366" y="2678716"/>
            <a:ext cx="1766933" cy="1244536"/>
            <a:chOff x="0" y="0"/>
            <a:chExt cx="2355910" cy="165938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5875" y="15875"/>
              <a:ext cx="2324100" cy="1627632"/>
            </a:xfrm>
            <a:custGeom>
              <a:avLst/>
              <a:gdLst/>
              <a:ahLst/>
              <a:cxnLst/>
              <a:rect r="r" b="b" t="t" l="l"/>
              <a:pathLst>
                <a:path h="1627632" w="2324100">
                  <a:moveTo>
                    <a:pt x="0" y="271272"/>
                  </a:moveTo>
                  <a:cubicBezTo>
                    <a:pt x="0" y="121412"/>
                    <a:pt x="122174" y="0"/>
                    <a:pt x="272796" y="0"/>
                  </a:cubicBezTo>
                  <a:lnTo>
                    <a:pt x="2051304" y="0"/>
                  </a:lnTo>
                  <a:cubicBezTo>
                    <a:pt x="2202053" y="0"/>
                    <a:pt x="2324100" y="121412"/>
                    <a:pt x="2324100" y="271272"/>
                  </a:cubicBezTo>
                  <a:lnTo>
                    <a:pt x="2324100" y="1356360"/>
                  </a:lnTo>
                  <a:cubicBezTo>
                    <a:pt x="2324100" y="1506220"/>
                    <a:pt x="2201926" y="1627632"/>
                    <a:pt x="2051304" y="1627632"/>
                  </a:cubicBezTo>
                  <a:lnTo>
                    <a:pt x="272796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55850" cy="1659382"/>
            </a:xfrm>
            <a:custGeom>
              <a:avLst/>
              <a:gdLst/>
              <a:ahLst/>
              <a:cxnLst/>
              <a:rect r="r" b="b" t="t" l="l"/>
              <a:pathLst>
                <a:path h="1659382" w="2355850">
                  <a:moveTo>
                    <a:pt x="0" y="287147"/>
                  </a:moveTo>
                  <a:cubicBezTo>
                    <a:pt x="0" y="128524"/>
                    <a:pt x="129286" y="0"/>
                    <a:pt x="288671" y="0"/>
                  </a:cubicBezTo>
                  <a:lnTo>
                    <a:pt x="2067179" y="0"/>
                  </a:lnTo>
                  <a:lnTo>
                    <a:pt x="2067179" y="15875"/>
                  </a:lnTo>
                  <a:lnTo>
                    <a:pt x="2067179" y="0"/>
                  </a:lnTo>
                  <a:cubicBezTo>
                    <a:pt x="2226564" y="0"/>
                    <a:pt x="2355850" y="128524"/>
                    <a:pt x="2355850" y="287147"/>
                  </a:cubicBezTo>
                  <a:lnTo>
                    <a:pt x="2339975" y="287147"/>
                  </a:lnTo>
                  <a:lnTo>
                    <a:pt x="2355850" y="287147"/>
                  </a:lnTo>
                  <a:lnTo>
                    <a:pt x="2355850" y="1372235"/>
                  </a:lnTo>
                  <a:lnTo>
                    <a:pt x="2339975" y="1372235"/>
                  </a:lnTo>
                  <a:lnTo>
                    <a:pt x="2355850" y="1372235"/>
                  </a:lnTo>
                  <a:cubicBezTo>
                    <a:pt x="2355850" y="1530858"/>
                    <a:pt x="2226564" y="1659382"/>
                    <a:pt x="2067179" y="1659382"/>
                  </a:cubicBezTo>
                  <a:lnTo>
                    <a:pt x="2067179" y="1643507"/>
                  </a:lnTo>
                  <a:lnTo>
                    <a:pt x="2067179" y="1659382"/>
                  </a:lnTo>
                  <a:lnTo>
                    <a:pt x="288671" y="1659382"/>
                  </a:lnTo>
                  <a:lnTo>
                    <a:pt x="288671" y="1643507"/>
                  </a:lnTo>
                  <a:lnTo>
                    <a:pt x="288671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671" y="1627632"/>
                  </a:cubicBezTo>
                  <a:lnTo>
                    <a:pt x="2067179" y="1627632"/>
                  </a:lnTo>
                  <a:cubicBezTo>
                    <a:pt x="2209165" y="1627632"/>
                    <a:pt x="2324100" y="1513205"/>
                    <a:pt x="2324100" y="1372235"/>
                  </a:cubicBezTo>
                  <a:lnTo>
                    <a:pt x="2324100" y="287147"/>
                  </a:lnTo>
                  <a:cubicBezTo>
                    <a:pt x="2324100" y="146177"/>
                    <a:pt x="2209165" y="31750"/>
                    <a:pt x="2067179" y="31750"/>
                  </a:cubicBezTo>
                  <a:lnTo>
                    <a:pt x="288671" y="31750"/>
                  </a:lnTo>
                  <a:lnTo>
                    <a:pt x="288671" y="15875"/>
                  </a:lnTo>
                  <a:lnTo>
                    <a:pt x="288671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355910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dashboard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311887" y="4911566"/>
            <a:ext cx="1697164" cy="1244536"/>
            <a:chOff x="0" y="0"/>
            <a:chExt cx="2262886" cy="165938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Device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control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747643" y="4911566"/>
            <a:ext cx="1697164" cy="1244536"/>
            <a:chOff x="0" y="0"/>
            <a:chExt cx="2262886" cy="165938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AI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chatbot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700207" y="4901851"/>
            <a:ext cx="2417446" cy="1244536"/>
            <a:chOff x="0" y="0"/>
            <a:chExt cx="3223262" cy="165938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5875" y="15875"/>
              <a:ext cx="3191510" cy="1627632"/>
            </a:xfrm>
            <a:custGeom>
              <a:avLst/>
              <a:gdLst/>
              <a:ahLst/>
              <a:cxnLst/>
              <a:rect r="r" b="b" t="t" l="l"/>
              <a:pathLst>
                <a:path h="1627632" w="3191510">
                  <a:moveTo>
                    <a:pt x="0" y="271272"/>
                  </a:moveTo>
                  <a:cubicBezTo>
                    <a:pt x="0" y="121412"/>
                    <a:pt x="122555" y="0"/>
                    <a:pt x="273812" y="0"/>
                  </a:cubicBezTo>
                  <a:lnTo>
                    <a:pt x="2917698" y="0"/>
                  </a:lnTo>
                  <a:cubicBezTo>
                    <a:pt x="3068955" y="0"/>
                    <a:pt x="3191510" y="121412"/>
                    <a:pt x="3191510" y="271272"/>
                  </a:cubicBezTo>
                  <a:lnTo>
                    <a:pt x="3191510" y="1356360"/>
                  </a:lnTo>
                  <a:cubicBezTo>
                    <a:pt x="3191510" y="1506220"/>
                    <a:pt x="3068955" y="1627632"/>
                    <a:pt x="2917698" y="1627632"/>
                  </a:cubicBezTo>
                  <a:lnTo>
                    <a:pt x="273812" y="1627632"/>
                  </a:lnTo>
                  <a:cubicBezTo>
                    <a:pt x="122555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23260" cy="1659382"/>
            </a:xfrm>
            <a:custGeom>
              <a:avLst/>
              <a:gdLst/>
              <a:ahLst/>
              <a:cxnLst/>
              <a:rect r="r" b="b" t="t" l="l"/>
              <a:pathLst>
                <a:path h="1659382" w="3223260">
                  <a:moveTo>
                    <a:pt x="0" y="287147"/>
                  </a:moveTo>
                  <a:cubicBezTo>
                    <a:pt x="0" y="128397"/>
                    <a:pt x="129794" y="0"/>
                    <a:pt x="289687" y="0"/>
                  </a:cubicBezTo>
                  <a:lnTo>
                    <a:pt x="2933573" y="0"/>
                  </a:lnTo>
                  <a:lnTo>
                    <a:pt x="2933573" y="15875"/>
                  </a:lnTo>
                  <a:lnTo>
                    <a:pt x="2933573" y="0"/>
                  </a:lnTo>
                  <a:cubicBezTo>
                    <a:pt x="3093466" y="0"/>
                    <a:pt x="3223260" y="128397"/>
                    <a:pt x="3223260" y="287147"/>
                  </a:cubicBezTo>
                  <a:lnTo>
                    <a:pt x="3207385" y="287147"/>
                  </a:lnTo>
                  <a:lnTo>
                    <a:pt x="3223260" y="287147"/>
                  </a:lnTo>
                  <a:lnTo>
                    <a:pt x="3223260" y="1372235"/>
                  </a:lnTo>
                  <a:lnTo>
                    <a:pt x="3207385" y="1372235"/>
                  </a:lnTo>
                  <a:lnTo>
                    <a:pt x="3223260" y="1372235"/>
                  </a:lnTo>
                  <a:cubicBezTo>
                    <a:pt x="3223260" y="1530985"/>
                    <a:pt x="3093466" y="1659382"/>
                    <a:pt x="2933573" y="1659382"/>
                  </a:cubicBezTo>
                  <a:lnTo>
                    <a:pt x="2933573" y="1643507"/>
                  </a:lnTo>
                  <a:lnTo>
                    <a:pt x="2933573" y="1659382"/>
                  </a:lnTo>
                  <a:lnTo>
                    <a:pt x="289687" y="1659382"/>
                  </a:lnTo>
                  <a:lnTo>
                    <a:pt x="289687" y="1643507"/>
                  </a:lnTo>
                  <a:lnTo>
                    <a:pt x="289687" y="1659382"/>
                  </a:lnTo>
                  <a:cubicBezTo>
                    <a:pt x="129794" y="1659382"/>
                    <a:pt x="0" y="1530985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7066" y="1627632"/>
                    <a:pt x="289687" y="1627632"/>
                  </a:cubicBezTo>
                  <a:lnTo>
                    <a:pt x="2933573" y="1627632"/>
                  </a:lnTo>
                  <a:cubicBezTo>
                    <a:pt x="3076194" y="1627632"/>
                    <a:pt x="3191510" y="1513205"/>
                    <a:pt x="3191510" y="1372235"/>
                  </a:cubicBezTo>
                  <a:lnTo>
                    <a:pt x="3191510" y="287147"/>
                  </a:lnTo>
                  <a:cubicBezTo>
                    <a:pt x="3191510" y="146177"/>
                    <a:pt x="3076194" y="31750"/>
                    <a:pt x="2933573" y="31750"/>
                  </a:cubicBezTo>
                  <a:lnTo>
                    <a:pt x="289687" y="31750"/>
                  </a:lnTo>
                  <a:lnTo>
                    <a:pt x="289687" y="15875"/>
                  </a:lnTo>
                  <a:lnTo>
                    <a:pt x="289687" y="31750"/>
                  </a:lnTo>
                  <a:cubicBezTo>
                    <a:pt x="147066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23262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Get recommendations/solution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577250" y="5057299"/>
            <a:ext cx="2005772" cy="1244536"/>
            <a:chOff x="0" y="0"/>
            <a:chExt cx="2674362" cy="165938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5875" y="15875"/>
              <a:ext cx="264261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642616">
                  <a:moveTo>
                    <a:pt x="0" y="271272"/>
                  </a:moveTo>
                  <a:cubicBezTo>
                    <a:pt x="0" y="121412"/>
                    <a:pt x="122301" y="0"/>
                    <a:pt x="273304" y="0"/>
                  </a:cubicBezTo>
                  <a:lnTo>
                    <a:pt x="2369312" y="0"/>
                  </a:lnTo>
                  <a:cubicBezTo>
                    <a:pt x="2520188" y="0"/>
                    <a:pt x="2642616" y="121412"/>
                    <a:pt x="2642616" y="271272"/>
                  </a:cubicBezTo>
                  <a:lnTo>
                    <a:pt x="2642616" y="1356360"/>
                  </a:lnTo>
                  <a:cubicBezTo>
                    <a:pt x="2642616" y="1506220"/>
                    <a:pt x="2520315" y="1627632"/>
                    <a:pt x="2369312" y="1627632"/>
                  </a:cubicBezTo>
                  <a:lnTo>
                    <a:pt x="273304" y="1627632"/>
                  </a:lnTo>
                  <a:cubicBezTo>
                    <a:pt x="122428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67436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674366">
                  <a:moveTo>
                    <a:pt x="0" y="287147"/>
                  </a:moveTo>
                  <a:cubicBezTo>
                    <a:pt x="0" y="128397"/>
                    <a:pt x="129540" y="0"/>
                    <a:pt x="289179" y="0"/>
                  </a:cubicBezTo>
                  <a:lnTo>
                    <a:pt x="2385187" y="0"/>
                  </a:lnTo>
                  <a:lnTo>
                    <a:pt x="2385187" y="15875"/>
                  </a:lnTo>
                  <a:lnTo>
                    <a:pt x="2385187" y="0"/>
                  </a:lnTo>
                  <a:cubicBezTo>
                    <a:pt x="2544826" y="0"/>
                    <a:pt x="2674366" y="128397"/>
                    <a:pt x="2674366" y="287147"/>
                  </a:cubicBezTo>
                  <a:lnTo>
                    <a:pt x="2658491" y="287147"/>
                  </a:lnTo>
                  <a:lnTo>
                    <a:pt x="2674366" y="287147"/>
                  </a:lnTo>
                  <a:lnTo>
                    <a:pt x="2674366" y="1372235"/>
                  </a:lnTo>
                  <a:lnTo>
                    <a:pt x="2658491" y="1372235"/>
                  </a:lnTo>
                  <a:lnTo>
                    <a:pt x="2674366" y="1372235"/>
                  </a:lnTo>
                  <a:cubicBezTo>
                    <a:pt x="2674366" y="1530985"/>
                    <a:pt x="2544826" y="1659382"/>
                    <a:pt x="2385187" y="1659382"/>
                  </a:cubicBezTo>
                  <a:lnTo>
                    <a:pt x="2385187" y="1643507"/>
                  </a:lnTo>
                  <a:lnTo>
                    <a:pt x="2385187" y="1659382"/>
                  </a:lnTo>
                  <a:lnTo>
                    <a:pt x="289179" y="1659382"/>
                  </a:lnTo>
                  <a:lnTo>
                    <a:pt x="289179" y="1643507"/>
                  </a:lnTo>
                  <a:lnTo>
                    <a:pt x="289179" y="1659382"/>
                  </a:lnTo>
                  <a:cubicBezTo>
                    <a:pt x="129540" y="1659382"/>
                    <a:pt x="0" y="1530985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939" y="1627632"/>
                    <a:pt x="289179" y="1627632"/>
                  </a:cubicBezTo>
                  <a:lnTo>
                    <a:pt x="2385187" y="1627632"/>
                  </a:lnTo>
                  <a:cubicBezTo>
                    <a:pt x="2527427" y="1627632"/>
                    <a:pt x="2642616" y="1513205"/>
                    <a:pt x="2642616" y="1372235"/>
                  </a:cubicBezTo>
                  <a:lnTo>
                    <a:pt x="2642616" y="287147"/>
                  </a:lnTo>
                  <a:cubicBezTo>
                    <a:pt x="2642616" y="146177"/>
                    <a:pt x="2527427" y="31750"/>
                    <a:pt x="2385187" y="31750"/>
                  </a:cubicBezTo>
                  <a:lnTo>
                    <a:pt x="289179" y="31750"/>
                  </a:lnTo>
                  <a:lnTo>
                    <a:pt x="289179" y="15875"/>
                  </a:lnTo>
                  <a:lnTo>
                    <a:pt x="289179" y="31750"/>
                  </a:lnTo>
                  <a:cubicBezTo>
                    <a:pt x="146939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674362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Upload products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921014" y="5057299"/>
            <a:ext cx="1985106" cy="1244536"/>
            <a:chOff x="0" y="0"/>
            <a:chExt cx="2646808" cy="165938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5875" y="15875"/>
              <a:ext cx="2615057" cy="1627632"/>
            </a:xfrm>
            <a:custGeom>
              <a:avLst/>
              <a:gdLst/>
              <a:ahLst/>
              <a:cxnLst/>
              <a:rect r="r" b="b" t="t" l="l"/>
              <a:pathLst>
                <a:path h="1627632" w="2615057">
                  <a:moveTo>
                    <a:pt x="0" y="271272"/>
                  </a:moveTo>
                  <a:cubicBezTo>
                    <a:pt x="0" y="121412"/>
                    <a:pt x="122301" y="0"/>
                    <a:pt x="273304" y="0"/>
                  </a:cubicBezTo>
                  <a:lnTo>
                    <a:pt x="2341753" y="0"/>
                  </a:lnTo>
                  <a:cubicBezTo>
                    <a:pt x="2492629" y="0"/>
                    <a:pt x="2615057" y="121412"/>
                    <a:pt x="2615057" y="271272"/>
                  </a:cubicBezTo>
                  <a:lnTo>
                    <a:pt x="2615057" y="1356360"/>
                  </a:lnTo>
                  <a:cubicBezTo>
                    <a:pt x="2615057" y="1506220"/>
                    <a:pt x="2492756" y="1627632"/>
                    <a:pt x="2341753" y="1627632"/>
                  </a:cubicBezTo>
                  <a:lnTo>
                    <a:pt x="273304" y="1627632"/>
                  </a:lnTo>
                  <a:cubicBezTo>
                    <a:pt x="122428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646807" cy="1659382"/>
            </a:xfrm>
            <a:custGeom>
              <a:avLst/>
              <a:gdLst/>
              <a:ahLst/>
              <a:cxnLst/>
              <a:rect r="r" b="b" t="t" l="l"/>
              <a:pathLst>
                <a:path h="1659382" w="2646807">
                  <a:moveTo>
                    <a:pt x="0" y="287147"/>
                  </a:moveTo>
                  <a:cubicBezTo>
                    <a:pt x="0" y="128397"/>
                    <a:pt x="129540" y="0"/>
                    <a:pt x="289179" y="0"/>
                  </a:cubicBezTo>
                  <a:lnTo>
                    <a:pt x="2357628" y="0"/>
                  </a:lnTo>
                  <a:lnTo>
                    <a:pt x="2357628" y="15875"/>
                  </a:lnTo>
                  <a:lnTo>
                    <a:pt x="2357628" y="0"/>
                  </a:lnTo>
                  <a:cubicBezTo>
                    <a:pt x="2517140" y="0"/>
                    <a:pt x="2646807" y="128397"/>
                    <a:pt x="2646807" y="287147"/>
                  </a:cubicBezTo>
                  <a:lnTo>
                    <a:pt x="2630932" y="287147"/>
                  </a:lnTo>
                  <a:lnTo>
                    <a:pt x="2646807" y="287147"/>
                  </a:lnTo>
                  <a:lnTo>
                    <a:pt x="2646807" y="1372235"/>
                  </a:lnTo>
                  <a:lnTo>
                    <a:pt x="2630932" y="1372235"/>
                  </a:lnTo>
                  <a:lnTo>
                    <a:pt x="2646807" y="1372235"/>
                  </a:lnTo>
                  <a:cubicBezTo>
                    <a:pt x="2646807" y="1530985"/>
                    <a:pt x="2517267" y="1659382"/>
                    <a:pt x="2357628" y="1659382"/>
                  </a:cubicBezTo>
                  <a:lnTo>
                    <a:pt x="2357628" y="1643507"/>
                  </a:lnTo>
                  <a:lnTo>
                    <a:pt x="2357628" y="1659382"/>
                  </a:lnTo>
                  <a:lnTo>
                    <a:pt x="289179" y="1659382"/>
                  </a:lnTo>
                  <a:lnTo>
                    <a:pt x="289179" y="1643507"/>
                  </a:lnTo>
                  <a:lnTo>
                    <a:pt x="289179" y="1659382"/>
                  </a:lnTo>
                  <a:cubicBezTo>
                    <a:pt x="129540" y="1659382"/>
                    <a:pt x="0" y="1530985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812" y="1627632"/>
                    <a:pt x="289179" y="1627632"/>
                  </a:cubicBezTo>
                  <a:lnTo>
                    <a:pt x="2357628" y="1627632"/>
                  </a:lnTo>
                  <a:cubicBezTo>
                    <a:pt x="2499868" y="1627632"/>
                    <a:pt x="2615057" y="1513205"/>
                    <a:pt x="2615057" y="1372235"/>
                  </a:cubicBezTo>
                  <a:lnTo>
                    <a:pt x="2615057" y="287147"/>
                  </a:lnTo>
                  <a:cubicBezTo>
                    <a:pt x="2615057" y="146177"/>
                    <a:pt x="2499995" y="31750"/>
                    <a:pt x="2357628" y="31750"/>
                  </a:cubicBezTo>
                  <a:lnTo>
                    <a:pt x="289179" y="31750"/>
                  </a:lnTo>
                  <a:lnTo>
                    <a:pt x="289179" y="15875"/>
                  </a:lnTo>
                  <a:lnTo>
                    <a:pt x="289179" y="31750"/>
                  </a:lnTo>
                  <a:cubicBezTo>
                    <a:pt x="146812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2646808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Track deliveries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536196" y="2607850"/>
            <a:ext cx="2046825" cy="1244537"/>
            <a:chOff x="0" y="0"/>
            <a:chExt cx="2729100" cy="165938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5875" y="15875"/>
              <a:ext cx="2697353" cy="1627632"/>
            </a:xfrm>
            <a:custGeom>
              <a:avLst/>
              <a:gdLst/>
              <a:ahLst/>
              <a:cxnLst/>
              <a:rect r="r" b="b" t="t" l="l"/>
              <a:pathLst>
                <a:path h="1627632" w="2697353">
                  <a:moveTo>
                    <a:pt x="0" y="271272"/>
                  </a:moveTo>
                  <a:cubicBezTo>
                    <a:pt x="0" y="121412"/>
                    <a:pt x="122428" y="0"/>
                    <a:pt x="273304" y="0"/>
                  </a:cubicBezTo>
                  <a:lnTo>
                    <a:pt x="2424049" y="0"/>
                  </a:lnTo>
                  <a:cubicBezTo>
                    <a:pt x="2575052" y="0"/>
                    <a:pt x="2697353" y="121412"/>
                    <a:pt x="2697353" y="271272"/>
                  </a:cubicBezTo>
                  <a:lnTo>
                    <a:pt x="2697353" y="1356360"/>
                  </a:lnTo>
                  <a:cubicBezTo>
                    <a:pt x="2697353" y="1506220"/>
                    <a:pt x="2574925" y="1627632"/>
                    <a:pt x="2424049" y="1627632"/>
                  </a:cubicBezTo>
                  <a:lnTo>
                    <a:pt x="273304" y="1627632"/>
                  </a:lnTo>
                  <a:cubicBezTo>
                    <a:pt x="122301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729103" cy="1659382"/>
            </a:xfrm>
            <a:custGeom>
              <a:avLst/>
              <a:gdLst/>
              <a:ahLst/>
              <a:cxnLst/>
              <a:rect r="r" b="b" t="t" l="l"/>
              <a:pathLst>
                <a:path h="1659382" w="2729103">
                  <a:moveTo>
                    <a:pt x="0" y="287147"/>
                  </a:moveTo>
                  <a:cubicBezTo>
                    <a:pt x="0" y="128397"/>
                    <a:pt x="129667" y="0"/>
                    <a:pt x="289179" y="0"/>
                  </a:cubicBezTo>
                  <a:lnTo>
                    <a:pt x="2439924" y="0"/>
                  </a:lnTo>
                  <a:lnTo>
                    <a:pt x="2439924" y="15875"/>
                  </a:lnTo>
                  <a:lnTo>
                    <a:pt x="2439924" y="0"/>
                  </a:lnTo>
                  <a:cubicBezTo>
                    <a:pt x="2599563" y="0"/>
                    <a:pt x="2729103" y="128397"/>
                    <a:pt x="2729103" y="287147"/>
                  </a:cubicBezTo>
                  <a:lnTo>
                    <a:pt x="2713228" y="287147"/>
                  </a:lnTo>
                  <a:lnTo>
                    <a:pt x="2729103" y="287147"/>
                  </a:lnTo>
                  <a:lnTo>
                    <a:pt x="2729103" y="1372235"/>
                  </a:lnTo>
                  <a:lnTo>
                    <a:pt x="2713228" y="1372235"/>
                  </a:lnTo>
                  <a:lnTo>
                    <a:pt x="2729103" y="1372235"/>
                  </a:lnTo>
                  <a:cubicBezTo>
                    <a:pt x="2729103" y="1530985"/>
                    <a:pt x="2599436" y="1659382"/>
                    <a:pt x="2439924" y="1659382"/>
                  </a:cubicBezTo>
                  <a:lnTo>
                    <a:pt x="2439924" y="1643507"/>
                  </a:lnTo>
                  <a:lnTo>
                    <a:pt x="2439924" y="1659382"/>
                  </a:lnTo>
                  <a:lnTo>
                    <a:pt x="289179" y="1659382"/>
                  </a:lnTo>
                  <a:lnTo>
                    <a:pt x="289179" y="1643507"/>
                  </a:lnTo>
                  <a:lnTo>
                    <a:pt x="289179" y="1659382"/>
                  </a:lnTo>
                  <a:cubicBezTo>
                    <a:pt x="129667" y="1659382"/>
                    <a:pt x="0" y="1530985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939" y="1627632"/>
                    <a:pt x="289179" y="1627632"/>
                  </a:cubicBezTo>
                  <a:lnTo>
                    <a:pt x="2439924" y="1627632"/>
                  </a:lnTo>
                  <a:cubicBezTo>
                    <a:pt x="2582291" y="1627632"/>
                    <a:pt x="2697353" y="1513205"/>
                    <a:pt x="2697353" y="1372235"/>
                  </a:cubicBezTo>
                  <a:lnTo>
                    <a:pt x="2697353" y="287147"/>
                  </a:lnTo>
                  <a:cubicBezTo>
                    <a:pt x="2697353" y="146177"/>
                    <a:pt x="2582164" y="31750"/>
                    <a:pt x="2439924" y="31750"/>
                  </a:cubicBezTo>
                  <a:lnTo>
                    <a:pt x="289179" y="31750"/>
                  </a:lnTo>
                  <a:lnTo>
                    <a:pt x="289179" y="15875"/>
                  </a:lnTo>
                  <a:lnTo>
                    <a:pt x="289179" y="31750"/>
                  </a:lnTo>
                  <a:cubicBezTo>
                    <a:pt x="146939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729100" cy="1668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Dashboard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066125" y="2607850"/>
            <a:ext cx="1697165" cy="1244537"/>
            <a:chOff x="0" y="0"/>
            <a:chExt cx="2262886" cy="165938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login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08163" y="2578132"/>
            <a:ext cx="1697164" cy="1244537"/>
            <a:chOff x="0" y="0"/>
            <a:chExt cx="2262886" cy="165938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5875" y="15875"/>
              <a:ext cx="2231136" cy="1627632"/>
            </a:xfrm>
            <a:custGeom>
              <a:avLst/>
              <a:gdLst/>
              <a:ahLst/>
              <a:cxnLst/>
              <a:rect r="r" b="b" t="t" l="l"/>
              <a:pathLst>
                <a:path h="1627632" w="2231136">
                  <a:moveTo>
                    <a:pt x="0" y="271272"/>
                  </a:moveTo>
                  <a:cubicBezTo>
                    <a:pt x="0" y="121412"/>
                    <a:pt x="122047" y="0"/>
                    <a:pt x="272669" y="0"/>
                  </a:cubicBezTo>
                  <a:lnTo>
                    <a:pt x="1958467" y="0"/>
                  </a:lnTo>
                  <a:cubicBezTo>
                    <a:pt x="2109089" y="0"/>
                    <a:pt x="2231136" y="121412"/>
                    <a:pt x="2231136" y="271272"/>
                  </a:cubicBezTo>
                  <a:lnTo>
                    <a:pt x="2231136" y="1356360"/>
                  </a:lnTo>
                  <a:cubicBezTo>
                    <a:pt x="2231136" y="1506220"/>
                    <a:pt x="2109089" y="1627632"/>
                    <a:pt x="1958467" y="1627632"/>
                  </a:cubicBezTo>
                  <a:lnTo>
                    <a:pt x="272669" y="1627632"/>
                  </a:lnTo>
                  <a:cubicBezTo>
                    <a:pt x="122047" y="1627632"/>
                    <a:pt x="0" y="1506220"/>
                    <a:pt x="0" y="1356360"/>
                  </a:cubicBezTo>
                  <a:close/>
                </a:path>
              </a:pathLst>
            </a:custGeom>
            <a:solidFill>
              <a:srgbClr val="C1D9EB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62886" cy="1659382"/>
            </a:xfrm>
            <a:custGeom>
              <a:avLst/>
              <a:gdLst/>
              <a:ahLst/>
              <a:cxnLst/>
              <a:rect r="r" b="b" t="t" l="l"/>
              <a:pathLst>
                <a:path h="1659382" w="2262886">
                  <a:moveTo>
                    <a:pt x="0" y="287147"/>
                  </a:moveTo>
                  <a:cubicBezTo>
                    <a:pt x="0" y="128524"/>
                    <a:pt x="129286" y="0"/>
                    <a:pt x="288544" y="0"/>
                  </a:cubicBezTo>
                  <a:lnTo>
                    <a:pt x="1974342" y="0"/>
                  </a:lnTo>
                  <a:lnTo>
                    <a:pt x="1974342" y="15875"/>
                  </a:lnTo>
                  <a:lnTo>
                    <a:pt x="1974342" y="0"/>
                  </a:lnTo>
                  <a:cubicBezTo>
                    <a:pt x="2133600" y="0"/>
                    <a:pt x="2262886" y="128524"/>
                    <a:pt x="2262886" y="287147"/>
                  </a:cubicBezTo>
                  <a:lnTo>
                    <a:pt x="2247011" y="287147"/>
                  </a:lnTo>
                  <a:lnTo>
                    <a:pt x="2262886" y="287147"/>
                  </a:lnTo>
                  <a:lnTo>
                    <a:pt x="2262886" y="1372235"/>
                  </a:lnTo>
                  <a:lnTo>
                    <a:pt x="2247011" y="1372235"/>
                  </a:lnTo>
                  <a:lnTo>
                    <a:pt x="2262886" y="1372235"/>
                  </a:lnTo>
                  <a:cubicBezTo>
                    <a:pt x="2262886" y="1530858"/>
                    <a:pt x="2133600" y="1659382"/>
                    <a:pt x="1974342" y="1659382"/>
                  </a:cubicBezTo>
                  <a:lnTo>
                    <a:pt x="1974342" y="1643507"/>
                  </a:lnTo>
                  <a:lnTo>
                    <a:pt x="1974342" y="1659382"/>
                  </a:lnTo>
                  <a:lnTo>
                    <a:pt x="288544" y="1659382"/>
                  </a:lnTo>
                  <a:lnTo>
                    <a:pt x="288544" y="1643507"/>
                  </a:lnTo>
                  <a:lnTo>
                    <a:pt x="288544" y="1659382"/>
                  </a:lnTo>
                  <a:cubicBezTo>
                    <a:pt x="129286" y="1659382"/>
                    <a:pt x="0" y="1530858"/>
                    <a:pt x="0" y="1372235"/>
                  </a:cubicBezTo>
                  <a:lnTo>
                    <a:pt x="0" y="287147"/>
                  </a:lnTo>
                  <a:lnTo>
                    <a:pt x="15875" y="287147"/>
                  </a:lnTo>
                  <a:lnTo>
                    <a:pt x="0" y="287147"/>
                  </a:lnTo>
                  <a:moveTo>
                    <a:pt x="31750" y="287147"/>
                  </a:moveTo>
                  <a:lnTo>
                    <a:pt x="31750" y="1372235"/>
                  </a:lnTo>
                  <a:lnTo>
                    <a:pt x="15875" y="1372235"/>
                  </a:lnTo>
                  <a:lnTo>
                    <a:pt x="31750" y="1372235"/>
                  </a:lnTo>
                  <a:cubicBezTo>
                    <a:pt x="31750" y="1513205"/>
                    <a:pt x="146685" y="1627632"/>
                    <a:pt x="288544" y="1627632"/>
                  </a:cubicBezTo>
                  <a:lnTo>
                    <a:pt x="1974342" y="1627632"/>
                  </a:lnTo>
                  <a:cubicBezTo>
                    <a:pt x="2116201" y="1627632"/>
                    <a:pt x="2231136" y="1513205"/>
                    <a:pt x="2231136" y="1372235"/>
                  </a:cubicBezTo>
                  <a:lnTo>
                    <a:pt x="2231136" y="287147"/>
                  </a:lnTo>
                  <a:cubicBezTo>
                    <a:pt x="2231136" y="146177"/>
                    <a:pt x="2116201" y="31750"/>
                    <a:pt x="1974342" y="31750"/>
                  </a:cubicBezTo>
                  <a:lnTo>
                    <a:pt x="288544" y="31750"/>
                  </a:lnTo>
                  <a:lnTo>
                    <a:pt x="288544" y="15875"/>
                  </a:lnTo>
                  <a:lnTo>
                    <a:pt x="288544" y="31750"/>
                  </a:lnTo>
                  <a:cubicBezTo>
                    <a:pt x="146685" y="31750"/>
                    <a:pt x="31750" y="146177"/>
                    <a:pt x="31750" y="28714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262886" cy="167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register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>
            <a:off x="3778377" y="3282696"/>
            <a:ext cx="929974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0" id="70"/>
          <p:cNvSpPr/>
          <p:nvPr/>
        </p:nvSpPr>
        <p:spPr>
          <a:xfrm>
            <a:off x="6366989" y="3290697"/>
            <a:ext cx="919757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1" id="71"/>
          <p:cNvSpPr/>
          <p:nvPr/>
        </p:nvSpPr>
        <p:spPr>
          <a:xfrm>
            <a:off x="7642304" y="4417409"/>
            <a:ext cx="1026693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2" id="72"/>
          <p:cNvSpPr/>
          <p:nvPr/>
        </p:nvSpPr>
        <p:spPr>
          <a:xfrm>
            <a:off x="6425701" y="5533834"/>
            <a:ext cx="905292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>
            <a:off x="4098388" y="5528977"/>
            <a:ext cx="668521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4" id="74"/>
          <p:cNvSpPr/>
          <p:nvPr/>
        </p:nvSpPr>
        <p:spPr>
          <a:xfrm>
            <a:off x="2294797" y="6631114"/>
            <a:ext cx="1007673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5" id="75"/>
          <p:cNvSpPr/>
          <p:nvPr/>
        </p:nvSpPr>
        <p:spPr>
          <a:xfrm>
            <a:off x="3614896" y="7792974"/>
            <a:ext cx="1106058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>
            <a:off x="6379431" y="7780972"/>
            <a:ext cx="904652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7" id="77"/>
          <p:cNvSpPr/>
          <p:nvPr/>
        </p:nvSpPr>
        <p:spPr>
          <a:xfrm>
            <a:off x="11385585" y="3215259"/>
            <a:ext cx="700282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8" id="78"/>
          <p:cNvSpPr/>
          <p:nvPr/>
        </p:nvSpPr>
        <p:spPr>
          <a:xfrm>
            <a:off x="13744177" y="3230118"/>
            <a:ext cx="811132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9" id="79"/>
          <p:cNvSpPr/>
          <p:nvPr/>
        </p:nvSpPr>
        <p:spPr>
          <a:xfrm>
            <a:off x="14938061" y="4454842"/>
            <a:ext cx="1243095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0" id="80"/>
          <p:cNvSpPr/>
          <p:nvPr/>
        </p:nvSpPr>
        <p:spPr>
          <a:xfrm>
            <a:off x="13886998" y="5679567"/>
            <a:ext cx="709374" cy="9525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20" y="927777"/>
            <a:ext cx="14858997" cy="984147"/>
            <a:chOff x="0" y="0"/>
            <a:chExt cx="19811996" cy="1312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312196"/>
            </a:xfrm>
            <a:custGeom>
              <a:avLst/>
              <a:gdLst/>
              <a:ahLst/>
              <a:cxnLst/>
              <a:rect r="r" b="b" t="t" l="l"/>
              <a:pathLst>
                <a:path h="1312196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312196"/>
                  </a:lnTo>
                  <a:lnTo>
                    <a:pt x="0" y="1312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28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Why KiliMboga?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712116" y="1947672"/>
          <a:ext cx="15011400" cy="6781800"/>
        </p:xfrm>
        <a:graphic>
          <a:graphicData uri="http://schemas.openxmlformats.org/drawingml/2006/table">
            <a:tbl>
              <a:tblPr/>
              <a:tblGrid>
                <a:gridCol w="3752850"/>
                <a:gridCol w="3752850"/>
                <a:gridCol w="3752850"/>
                <a:gridCol w="3752850"/>
              </a:tblGrid>
              <a:tr h="684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Kilimboga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Tumaini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Farmable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D4C"/>
                    </a:solidFill>
                  </a:tcPr>
                </a:tc>
              </a:tr>
              <a:tr h="11818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Pest &amp; disease identification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</a:tr>
              <a:tr h="684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Crop Analysis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040"/>
                        </a:lnSpc>
                        <a:defRPr/>
                      </a:pPr>
                      <a:r>
                        <a:rPr lang="en-US" sz="42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</a:tr>
              <a:tr h="11818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Nutrients analysis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</a:tr>
              <a:tr h="11818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Automated irrigation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</a:tr>
              <a:tr h="11818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Temperature regulation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✔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DD0"/>
                    </a:solidFill>
                  </a:tcPr>
                </a:tc>
              </a:tr>
              <a:tr h="68474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044055" y="2109199"/>
            <a:ext cx="10199891" cy="7999092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488937" y="2015346"/>
            <a:ext cx="7305361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Hind Guntur Medium"/>
                <a:ea typeface="Hind Guntur Medium"/>
                <a:cs typeface="Hind Guntur Medium"/>
                <a:sym typeface="Hind Guntur Medium"/>
              </a:rPr>
              <a:t>KES 350,000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12120" y="927777"/>
            <a:ext cx="14858997" cy="984147"/>
            <a:chOff x="0" y="0"/>
            <a:chExt cx="19811996" cy="1312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312196"/>
            </a:xfrm>
            <a:custGeom>
              <a:avLst/>
              <a:gdLst/>
              <a:ahLst/>
              <a:cxnLst/>
              <a:rect r="r" b="b" t="t" l="l"/>
              <a:pathLst>
                <a:path h="1312196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312196"/>
                  </a:lnTo>
                  <a:lnTo>
                    <a:pt x="0" y="1312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28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Build Ask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20" y="927777"/>
            <a:ext cx="14858997" cy="1143339"/>
            <a:chOff x="0" y="0"/>
            <a:chExt cx="19811996" cy="1524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524452"/>
            </a:xfrm>
            <a:custGeom>
              <a:avLst/>
              <a:gdLst/>
              <a:ahLst/>
              <a:cxnLst/>
              <a:rect r="r" b="b" t="t" l="l"/>
              <a:pathLst>
                <a:path h="1524452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524452"/>
                  </a:lnTo>
                  <a:lnTo>
                    <a:pt x="0" y="15244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4958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Demo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917858" y="2167222"/>
            <a:ext cx="14858999" cy="3758089"/>
            <a:chOff x="0" y="0"/>
            <a:chExt cx="19811998" cy="501078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11998" cy="5010786"/>
            </a:xfrm>
            <a:custGeom>
              <a:avLst/>
              <a:gdLst/>
              <a:ahLst/>
              <a:cxnLst/>
              <a:rect r="r" b="b" t="t" l="l"/>
              <a:pathLst>
                <a:path h="5010786" w="19811998">
                  <a:moveTo>
                    <a:pt x="0" y="0"/>
                  </a:moveTo>
                  <a:lnTo>
                    <a:pt x="19811998" y="0"/>
                  </a:lnTo>
                  <a:lnTo>
                    <a:pt x="19811998" y="5010786"/>
                  </a:lnTo>
                  <a:lnTo>
                    <a:pt x="0" y="501078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19811998" cy="511556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51510" indent="-325755" lvl="1">
                <a:lnSpc>
                  <a:spcPts val="5184"/>
                </a:lnSpc>
                <a:buFont typeface="Arial"/>
                <a:buChar char="•"/>
              </a:pPr>
              <a:r>
                <a:rPr lang="en-US" sz="3600" u="sng">
                  <a:solidFill>
                    <a:srgbClr val="B8FA56"/>
                  </a:solidFill>
                  <a:latin typeface="Arimo"/>
                  <a:ea typeface="Arimo"/>
                  <a:cs typeface="Arimo"/>
                  <a:sym typeface="Arimo"/>
                  <a:hlinkClick r:id="rId5" tooltip="https://kilimboga-8pyu.vercel.app/"/>
                </a:rPr>
                <a:t>KiliMboga Vendor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19" y="927777"/>
            <a:ext cx="14858997" cy="848269"/>
            <a:chOff x="0" y="0"/>
            <a:chExt cx="19811996" cy="11310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131026"/>
            </a:xfrm>
            <a:custGeom>
              <a:avLst/>
              <a:gdLst/>
              <a:ahLst/>
              <a:cxnLst/>
              <a:rect r="r" b="b" t="t" l="l"/>
              <a:pathLst>
                <a:path h="1131026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131026"/>
                  </a:lnTo>
                  <a:lnTo>
                    <a:pt x="0" y="11310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102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12120" y="2793539"/>
            <a:ext cx="8012175" cy="6682155"/>
            <a:chOff x="0" y="0"/>
            <a:chExt cx="10682900" cy="89095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82900" cy="8909540"/>
            </a:xfrm>
            <a:custGeom>
              <a:avLst/>
              <a:gdLst/>
              <a:ahLst/>
              <a:cxnLst/>
              <a:rect r="r" b="b" t="t" l="l"/>
              <a:pathLst>
                <a:path h="8909540" w="10682900">
                  <a:moveTo>
                    <a:pt x="0" y="0"/>
                  </a:moveTo>
                  <a:lnTo>
                    <a:pt x="10682900" y="0"/>
                  </a:lnTo>
                  <a:lnTo>
                    <a:pt x="10682900" y="8909540"/>
                  </a:lnTo>
                  <a:lnTo>
                    <a:pt x="0" y="89095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33350"/>
              <a:ext cx="10682900" cy="90428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904869" indent="-452434" lvl="1">
                <a:lnSpc>
                  <a:spcPts val="7199"/>
                </a:lnSpc>
                <a:buFont typeface="Arial"/>
                <a:buChar char="•"/>
              </a:pPr>
              <a:r>
                <a:rPr lang="en-US" sz="4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Empowering farmers with innovative technology to transform agriculture.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81692" y="211016"/>
            <a:ext cx="4985239" cy="9847386"/>
          </a:xfrm>
          <a:custGeom>
            <a:avLst/>
            <a:gdLst/>
            <a:ahLst/>
            <a:cxnLst/>
            <a:rect r="r" b="b" t="t" l="l"/>
            <a:pathLst>
              <a:path h="9847386" w="4985239">
                <a:moveTo>
                  <a:pt x="0" y="0"/>
                </a:moveTo>
                <a:lnTo>
                  <a:pt x="4985239" y="0"/>
                </a:lnTo>
                <a:lnTo>
                  <a:pt x="4985239" y="9847386"/>
                </a:lnTo>
                <a:lnTo>
                  <a:pt x="0" y="9847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75" t="-569" r="-7202" b="-4577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12120" y="927777"/>
            <a:ext cx="14858997" cy="984147"/>
            <a:chOff x="0" y="0"/>
            <a:chExt cx="19811996" cy="13121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1995" cy="1312196"/>
            </a:xfrm>
            <a:custGeom>
              <a:avLst/>
              <a:gdLst/>
              <a:ahLst/>
              <a:cxnLst/>
              <a:rect r="r" b="b" t="t" l="l"/>
              <a:pathLst>
                <a:path h="1312196" w="19811995">
                  <a:moveTo>
                    <a:pt x="0" y="0"/>
                  </a:moveTo>
                  <a:lnTo>
                    <a:pt x="19811995" y="0"/>
                  </a:lnTo>
                  <a:lnTo>
                    <a:pt x="19811995" y="1312196"/>
                  </a:lnTo>
                  <a:lnTo>
                    <a:pt x="0" y="13121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9811996" cy="1283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48"/>
                </a:lnSpc>
              </a:pPr>
              <a:r>
                <a:rPr lang="en-US" sz="485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Team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4780" y="2482596"/>
            <a:ext cx="2443538" cy="2679192"/>
          </a:xfrm>
          <a:custGeom>
            <a:avLst/>
            <a:gdLst/>
            <a:ahLst/>
            <a:cxnLst/>
            <a:rect r="r" b="b" t="t" l="l"/>
            <a:pathLst>
              <a:path h="2679192" w="2443538">
                <a:moveTo>
                  <a:pt x="0" y="0"/>
                </a:moveTo>
                <a:lnTo>
                  <a:pt x="2443537" y="0"/>
                </a:lnTo>
                <a:lnTo>
                  <a:pt x="2443537" y="2679192"/>
                </a:lnTo>
                <a:lnTo>
                  <a:pt x="0" y="2679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44" r="0" b="-4914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35949" y="2482596"/>
            <a:ext cx="2443538" cy="2679192"/>
          </a:xfrm>
          <a:custGeom>
            <a:avLst/>
            <a:gdLst/>
            <a:ahLst/>
            <a:cxnLst/>
            <a:rect r="r" b="b" t="t" l="l"/>
            <a:pathLst>
              <a:path h="2679192" w="2443538">
                <a:moveTo>
                  <a:pt x="0" y="0"/>
                </a:moveTo>
                <a:lnTo>
                  <a:pt x="2443537" y="0"/>
                </a:lnTo>
                <a:lnTo>
                  <a:pt x="2443537" y="2679192"/>
                </a:lnTo>
                <a:lnTo>
                  <a:pt x="0" y="2679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44" r="0" b="-491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32606" y="2482596"/>
            <a:ext cx="2443538" cy="2679192"/>
          </a:xfrm>
          <a:custGeom>
            <a:avLst/>
            <a:gdLst/>
            <a:ahLst/>
            <a:cxnLst/>
            <a:rect r="r" b="b" t="t" l="l"/>
            <a:pathLst>
              <a:path h="2679192" w="2443538">
                <a:moveTo>
                  <a:pt x="0" y="0"/>
                </a:moveTo>
                <a:lnTo>
                  <a:pt x="2443538" y="0"/>
                </a:lnTo>
                <a:lnTo>
                  <a:pt x="2443538" y="2679192"/>
                </a:lnTo>
                <a:lnTo>
                  <a:pt x="0" y="2679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44" r="0" b="-4914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85404" y="2482596"/>
            <a:ext cx="2443538" cy="2679192"/>
          </a:xfrm>
          <a:custGeom>
            <a:avLst/>
            <a:gdLst/>
            <a:ahLst/>
            <a:cxnLst/>
            <a:rect r="r" b="b" t="t" l="l"/>
            <a:pathLst>
              <a:path h="2679192" w="2443538">
                <a:moveTo>
                  <a:pt x="0" y="0"/>
                </a:moveTo>
                <a:lnTo>
                  <a:pt x="2443537" y="0"/>
                </a:lnTo>
                <a:lnTo>
                  <a:pt x="2443537" y="2679192"/>
                </a:lnTo>
                <a:lnTo>
                  <a:pt x="0" y="2679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44" r="0" b="-4914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71771" y="2482596"/>
            <a:ext cx="2443537" cy="2679192"/>
          </a:xfrm>
          <a:custGeom>
            <a:avLst/>
            <a:gdLst/>
            <a:ahLst/>
            <a:cxnLst/>
            <a:rect r="r" b="b" t="t" l="l"/>
            <a:pathLst>
              <a:path h="2679192" w="2443537">
                <a:moveTo>
                  <a:pt x="0" y="0"/>
                </a:moveTo>
                <a:lnTo>
                  <a:pt x="2443538" y="0"/>
                </a:lnTo>
                <a:lnTo>
                  <a:pt x="2443538" y="2679192"/>
                </a:lnTo>
                <a:lnTo>
                  <a:pt x="0" y="2679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9144" r="0" b="-4914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6884" y="5868338"/>
            <a:ext cx="2443538" cy="1800493"/>
            <a:chOff x="0" y="0"/>
            <a:chExt cx="3258050" cy="24006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8050" cy="2400658"/>
            </a:xfrm>
            <a:custGeom>
              <a:avLst/>
              <a:gdLst/>
              <a:ahLst/>
              <a:cxnLst/>
              <a:rect r="r" b="b" t="t" l="l"/>
              <a:pathLst>
                <a:path h="2400658" w="3258050">
                  <a:moveTo>
                    <a:pt x="0" y="0"/>
                  </a:moveTo>
                  <a:lnTo>
                    <a:pt x="3258050" y="0"/>
                  </a:lnTo>
                  <a:lnTo>
                    <a:pt x="3258050" y="2400658"/>
                  </a:lnTo>
                  <a:lnTo>
                    <a:pt x="0" y="2400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258050" cy="2419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Byrone Kingsly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Mobile/Full-Stack Engineer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32604" y="5868338"/>
            <a:ext cx="2443538" cy="1800493"/>
            <a:chOff x="0" y="0"/>
            <a:chExt cx="3258050" cy="24006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58050" cy="2400658"/>
            </a:xfrm>
            <a:custGeom>
              <a:avLst/>
              <a:gdLst/>
              <a:ahLst/>
              <a:cxnLst/>
              <a:rect r="r" b="b" t="t" l="l"/>
              <a:pathLst>
                <a:path h="2400658" w="3258050">
                  <a:moveTo>
                    <a:pt x="0" y="0"/>
                  </a:moveTo>
                  <a:lnTo>
                    <a:pt x="3258050" y="0"/>
                  </a:lnTo>
                  <a:lnTo>
                    <a:pt x="3258050" y="2400658"/>
                  </a:lnTo>
                  <a:lnTo>
                    <a:pt x="0" y="2400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3258050" cy="241970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Antony Kariuki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Backend/DevOps Engineer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071772" y="5692140"/>
            <a:ext cx="2443537" cy="2215992"/>
            <a:chOff x="0" y="0"/>
            <a:chExt cx="3258050" cy="2954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58050" cy="2954656"/>
            </a:xfrm>
            <a:custGeom>
              <a:avLst/>
              <a:gdLst/>
              <a:ahLst/>
              <a:cxnLst/>
              <a:rect r="r" b="b" t="t" l="l"/>
              <a:pathLst>
                <a:path h="2954656" w="3258050">
                  <a:moveTo>
                    <a:pt x="0" y="0"/>
                  </a:moveTo>
                  <a:lnTo>
                    <a:pt x="3258050" y="0"/>
                  </a:lnTo>
                  <a:lnTo>
                    <a:pt x="3258050" y="2954656"/>
                  </a:lnTo>
                  <a:lnTo>
                    <a:pt x="0" y="29546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258050" cy="297370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Victor Wanyungu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Full-Stack Engineer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85402" y="5868338"/>
            <a:ext cx="2443538" cy="2631489"/>
            <a:chOff x="0" y="0"/>
            <a:chExt cx="3258050" cy="35086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58050" cy="3508652"/>
            </a:xfrm>
            <a:custGeom>
              <a:avLst/>
              <a:gdLst/>
              <a:ahLst/>
              <a:cxnLst/>
              <a:rect r="r" b="b" t="t" l="l"/>
              <a:pathLst>
                <a:path h="3508652" w="3258050">
                  <a:moveTo>
                    <a:pt x="0" y="0"/>
                  </a:moveTo>
                  <a:lnTo>
                    <a:pt x="3258050" y="0"/>
                  </a:lnTo>
                  <a:lnTo>
                    <a:pt x="3258050" y="3508652"/>
                  </a:lnTo>
                  <a:lnTo>
                    <a:pt x="0" y="3508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3258050" cy="35277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Faith Nduku 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UI/UX Designer/Frontend Engineer</a:t>
              </a:r>
            </a:p>
            <a:p>
              <a:pPr algn="l">
                <a:lnSpc>
                  <a:spcPts val="32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635949" y="5692140"/>
            <a:ext cx="2443538" cy="3046988"/>
            <a:chOff x="0" y="0"/>
            <a:chExt cx="3258050" cy="40626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58050" cy="4062650"/>
            </a:xfrm>
            <a:custGeom>
              <a:avLst/>
              <a:gdLst/>
              <a:ahLst/>
              <a:cxnLst/>
              <a:rect r="r" b="b" t="t" l="l"/>
              <a:pathLst>
                <a:path h="4062650" w="3258050">
                  <a:moveTo>
                    <a:pt x="0" y="0"/>
                  </a:moveTo>
                  <a:lnTo>
                    <a:pt x="3258050" y="0"/>
                  </a:lnTo>
                  <a:lnTo>
                    <a:pt x="3258050" y="4062650"/>
                  </a:lnTo>
                  <a:lnTo>
                    <a:pt x="0" y="40626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258050" cy="40817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Sebastian Chanzu</a:t>
              </a:r>
            </a:p>
            <a:p>
              <a:pPr algn="l">
                <a:lnSpc>
                  <a:spcPts val="3240"/>
                </a:lnSpc>
              </a:pP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IoT Expert/Machine Learning Engineer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8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\\DROBO-FS\QuickDrops\JB\PPTX NG\Droplets\LightingOverlay.png"/>
          <p:cNvSpPr/>
          <p:nvPr/>
        </p:nvSpPr>
        <p:spPr>
          <a:xfrm flipH="false" flipV="false" rot="0">
            <a:off x="0" y="-19050"/>
            <a:ext cx="18288004" cy="10287002"/>
          </a:xfrm>
          <a:custGeom>
            <a:avLst/>
            <a:gdLst/>
            <a:ahLst/>
            <a:cxnLst/>
            <a:rect r="r" b="b" t="t" l="l"/>
            <a:pathLst>
              <a:path h="10287002" w="18288004">
                <a:moveTo>
                  <a:pt x="0" y="0"/>
                </a:moveTo>
                <a:lnTo>
                  <a:pt x="18288004" y="0"/>
                </a:lnTo>
                <a:lnTo>
                  <a:pt x="18288004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432" y="0"/>
            <a:ext cx="18080832" cy="10287002"/>
          </a:xfrm>
          <a:custGeom>
            <a:avLst/>
            <a:gdLst/>
            <a:ahLst/>
            <a:cxnLst/>
            <a:rect r="r" b="b" t="t" l="l"/>
            <a:pathLst>
              <a:path h="10287002" w="18080832">
                <a:moveTo>
                  <a:pt x="0" y="0"/>
                </a:moveTo>
                <a:lnTo>
                  <a:pt x="18080832" y="0"/>
                </a:lnTo>
                <a:lnTo>
                  <a:pt x="18080832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7675" y="1028700"/>
            <a:ext cx="8902618" cy="5219160"/>
          </a:xfrm>
          <a:custGeom>
            <a:avLst/>
            <a:gdLst/>
            <a:ahLst/>
            <a:cxnLst/>
            <a:rect r="r" b="b" t="t" l="l"/>
            <a:pathLst>
              <a:path h="5219160" w="8902618">
                <a:moveTo>
                  <a:pt x="0" y="0"/>
                </a:moveTo>
                <a:lnTo>
                  <a:pt x="8902618" y="0"/>
                </a:lnTo>
                <a:lnTo>
                  <a:pt x="8902618" y="5219160"/>
                </a:lnTo>
                <a:lnTo>
                  <a:pt x="0" y="52191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368179"/>
            <a:ext cx="16230600" cy="2621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0"/>
              </a:lnSpc>
              <a:spcBef>
                <a:spcPct val="0"/>
              </a:spcBef>
            </a:pPr>
            <a:r>
              <a:rPr lang="en-US" b="true" sz="20400" spc="-1407">
                <a:solidFill>
                  <a:srgbClr val="63B32E"/>
                </a:solidFill>
                <a:latin typeface="Poppins Bold"/>
                <a:ea typeface="Poppins Bold"/>
                <a:cs typeface="Poppins Bold"/>
                <a:sym typeface="Poppins Bold"/>
              </a:rPr>
              <a:t>KiliMboga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65004" y="8960884"/>
            <a:ext cx="11307961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perfect solution to all farmers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DAGkPiRsWlc</dc:identifier>
  <dcterms:modified xsi:type="dcterms:W3CDTF">2011-08-01T06:04:30Z</dcterms:modified>
  <cp:revision>1</cp:revision>
  <dc:title>KiliMboga v1.pptx</dc:title>
</cp:coreProperties>
</file>